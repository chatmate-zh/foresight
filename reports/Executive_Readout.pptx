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Model vs. seasonal-naive baseline, 5 backtest windows (WAPE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(lower is better)</c:v>
                </c:pt>
              </c:strCache>
            </c:strRef>
          </c:tx>
          <c:spPr>
            <a:solidFill>
              <a:srgbClr val="6C5CE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19.2</c:v>
                </c:pt>
                <c:pt idx="1">
                  <c:v>22.6</c:v>
                </c:pt>
                <c:pt idx="2">
                  <c:v>24.7</c:v>
                </c:pt>
                <c:pt idx="3">
                  <c:v>22</c:v>
                </c:pt>
                <c:pt idx="4">
                  <c:v>34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 WAPE</c:v>
                </c:pt>
              </c:strCache>
            </c:strRef>
          </c:tx>
          <c:spPr>
            <a:solidFill>
              <a:srgbClr val="C7CC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25.8</c:v>
                </c:pt>
                <c:pt idx="1">
                  <c:v>31.9</c:v>
                </c:pt>
                <c:pt idx="2">
                  <c:v>25.8</c:v>
                </c:pt>
                <c:pt idx="3">
                  <c:v>25.6</c:v>
                </c:pt>
                <c:pt idx="4">
                  <c:v>41.7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1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EFF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WAPE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1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200 SKUs, by risk quadrant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SKUs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575B"/>
              </a:solidFill>
              <a:effectLst/>
            </c:spPr>
          </c:dPt>
          <c:dPt>
            <c:idx val="1"/>
            <c:bubble3D val="0"/>
            <c:spPr>
              <a:solidFill>
                <a:srgbClr val="22A06B"/>
              </a:solidFill>
              <a:effectLst/>
            </c:spPr>
          </c:dPt>
          <c:dPt>
            <c:idx val="2"/>
            <c:bubble3D val="0"/>
            <c:spPr>
              <a:solidFill>
                <a:srgbClr val="6C5CE7"/>
              </a:solidFill>
              <a:effectLst/>
            </c:spPr>
          </c:dPt>
          <c:dLbls>
            <c:dLbl>
              <c:idx val="0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Reorder Now</c:v>
                </c:pt>
                <c:pt idx="1">
                  <c:v>Healthy</c:v>
                </c:pt>
                <c:pt idx="2">
                  <c:v>Markdown / Clear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112</c:v>
                </c:pt>
                <c:pt idx="1">
                  <c:v>76</c:v>
                </c:pt>
                <c:pt idx="2">
                  <c:v>12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6C5CE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572000" cy="4572000"/>
          </a:xfrm>
          <a:prstGeom prst="ellipse">
            <a:avLst/>
          </a:prstGeom>
          <a:solidFill>
            <a:srgbClr val="CADCFC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 ·  EXECUTIVE READOUT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FORESIGHT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&amp; Inventory Intelligence for NorthBay Living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703320"/>
            <a:ext cx="10241280" cy="18288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793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Operations &amp; Finance, NorthBay Living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736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99262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Analytics — Zidio Development Internship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449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7058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Client Engagement · Python, pandas, LightGBM, Streamlit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bottom line, in rupees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A3B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5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₹2.32 Cr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at risk from projected stockouts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A3B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₹1.95 Cr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 locked in overstock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91640"/>
            <a:ext cx="35661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sx="100000" sy="100000" kx="0" ky="0" algn="bl" rotWithShape="0" blurRad="101600" dist="38100" dir="5400000">
              <a:srgbClr val="1B1A3B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66760" y="18745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2A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18.8%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651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 improvement vs. naive planning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5106"/>
            </a:avLst>
          </a:prstGeom>
          <a:solidFill>
            <a:srgbClr val="1B1A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NorthBay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of 200 SKUs (56%) are projected to stock out within their replenishment lead time — these are the reorder priorities.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SKUs are sitting on far more stock than they'll sell — markdown candidates that free up ₹1.95 Cr in cash.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model beats a naive "same as last year" plan by 18.8% (backtested on real held-out weeks), so the reorder and markdown lists below are worth acting on.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NorthBay Living ·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Stocking on gut feel is costing NorthBay twice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DEEE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E0575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↓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Best-sellers run out. Every lost sale on a popular SKU is gone for good — and the customer may not come back next time.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057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526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at stockout risk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69164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EEF0FD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96596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↑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9933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697480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movers pile up. Cash sits in the warehouse instead of funding new stock, and it usually ends in a margin-eroding markdown anyway.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794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C5C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4526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flagged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/ clearance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NorthBay Living · Confidential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sales data to a stocking decision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rgbClr val="1B1A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unify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reproducible pipeline merges sales, inventory, SKU and calendar data into a single source of truth.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C0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2900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2103120"/>
            <a:ext cx="502920" cy="502920"/>
          </a:xfrm>
          <a:prstGeom prst="ellipse">
            <a:avLst/>
          </a:prstGeom>
          <a:solidFill>
            <a:srgbClr val="1B1A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6576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demand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33832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weekly, SKU-level model (LightGBM) predicts demand 6 weeks ahead, beating a naive baseline.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C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1B1A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risk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3832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+ current stock position are combined into a transparent stockout / overstock score per SKU.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35661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3C0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89720" y="182880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18320" y="2103120"/>
            <a:ext cx="502920" cy="502920"/>
          </a:xfrm>
          <a:prstGeom prst="ellipse">
            <a:avLst/>
          </a:prstGeom>
          <a:solidFill>
            <a:srgbClr val="1B1A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0" y="27889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418320" y="3383280"/>
            <a:ext cx="2148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dashboard and a scoring API turn the analysis into a reorder &amp; markdown list the team can use daily.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NorthBay Living ·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ACCURACY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beats naive planning — honestly tested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4206240"/>
          </a:xfrm>
          <a:prstGeom prst="roundRect">
            <a:avLst>
              <a:gd name="adj" fmla="val 2381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046720" y="19659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2A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18.8%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7432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WAPE improvement over the naive baseline, across all 5 backtest windows.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46720" y="3703320"/>
            <a:ext cx="3200400" cy="18288"/>
          </a:xfrm>
          <a:prstGeom prst="rect">
            <a:avLst/>
          </a:prstGeom>
          <a:solidFill>
            <a:srgbClr val="D8DBE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46720" y="388620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tested it honestly: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Rolling-origin backtest — the model only ever sees the past. No future data touches a feature. The model won on all 5 folds, not a cherry-picked one.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NorthBay Living · Confidential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BREAKDOWN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every SKU stands today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760720" y="17830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reorder priorities (by rupee value at stake)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148840"/>
          <a:ext cx="5852160" cy="182880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188720"/>
                <a:gridCol w="128016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of cover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A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at stake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A3B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9,52,358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NB-0065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Appliances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7,85,632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NB-0156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Appliances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6,66,431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6,11,458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5,51,057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760720" y="4160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markdown / clearance candidates</a:t>
            </a:r>
            <a:endParaRPr lang="en-US" sz="13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4526280"/>
          <a:ext cx="5852160" cy="1188720"/>
        </p:xfrm>
        <a:graphic>
          <a:graphicData uri="http://schemas.openxmlformats.org/drawingml/2006/table">
            <a:tbl>
              <a:tblPr/>
              <a:tblGrid>
                <a:gridCol w="1371600"/>
                <a:gridCol w="2011680"/>
                <a:gridCol w="1188720"/>
                <a:gridCol w="128016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of cover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locked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5CE7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NB-0163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1,05,75,836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NB-0190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30,26,137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NB-0181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 &amp; Bath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17,12,755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NorthBay Living · Confidential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does not do yet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830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SKUs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783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launched in the last few weeks fall back to category-level trends until they build their own sales history.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2834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834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engagement used realistic synthetic data, not a live feed. Numbers are illustrative of the method, not NorthBay's live P&amp;L.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886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integration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8862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service reads from the latest pipeline run. Connecting it to NorthBay's live systems is a follow-on step, not part of this scope.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983480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risk, not optimization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49377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is transparent and explainable by design — it flags priorities, it doesn't calculate optimal order quantities.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NorthBay Living ·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C5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do with another sprint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7F8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73152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week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the 5 top reorder SKUs and 3 top markdown SKUs on this deck directly — they carry ₹28L+ of combined value at stake.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7F8FC"/>
          </a:solidFill>
          <a:ln/>
        </p:spPr>
      </p:sp>
      <p:sp>
        <p:nvSpPr>
          <p:cNvPr id="9" name="Shape 7"/>
          <p:cNvSpPr/>
          <p:nvPr/>
        </p:nvSpPr>
        <p:spPr>
          <a:xfrm>
            <a:off x="4709160" y="2148840"/>
            <a:ext cx="548640" cy="7315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0916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month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dashboard to NorthBay's live sales export on a weekly cadence so the reorder list refreshes itself.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0" y="182880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F7F8FC"/>
          </a:solidFill>
          <a:ln/>
        </p:spPr>
      </p:sp>
      <p:sp>
        <p:nvSpPr>
          <p:cNvPr id="13" name="Shape 11"/>
          <p:cNvSpPr/>
          <p:nvPr/>
        </p:nvSpPr>
        <p:spPr>
          <a:xfrm>
            <a:off x="8549640" y="2148840"/>
            <a:ext cx="548640" cy="73152"/>
          </a:xfrm>
          <a:prstGeom prst="rect">
            <a:avLst/>
          </a:prstGeom>
          <a:solidFill>
            <a:srgbClr val="E0575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9640" y="2331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1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quarter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549640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51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simple monitoring check that flags when live WAPE drifts from the 18.8%-better backtest result, so the team knows if the model needs a refresh.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· NorthBay Living ·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6C5CE7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3774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dashboard, scoring API, and full repository are linked in the submission form.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5486400" cy="13716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4343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 reach out via your Zidio mentor / program admin.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2026-09-17T20:38:42Z</dcterms:created>
  <dcterms:modified xsi:type="dcterms:W3CDTF">2026-09-17T20:38:42Z</dcterms:modified>
</cp:coreProperties>
</file>